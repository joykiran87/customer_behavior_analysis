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ibre Baskerville"/>
      <p:regular r:id="rId17"/>
    </p:embeddedFont>
    <p:embeddedFont>
      <p:font typeface="Libre Baskerville Bold"/>
      <p:regular r:id="rId18"/>
    </p:embeddedFont>
    <p:embeddedFont>
      <p:font typeface="DM Sans"/>
      <p:regular r:id="rId19"/>
    </p:embeddedFont>
    <p:embeddedFont>
      <p:font typeface="DM Sans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 · 18 features · Strategic insights into spending, segments &amp; subscriptions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098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8833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909637" y="25332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2433" y="188833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3685952" y="25332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8747" y="188833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462266" y="25332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8747" y="283978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3226073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640" y="33725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2640" y="3679106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Gender, Location, Subscription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0601" y="3226073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7122" y="33725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07122" y="3679106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Item, Category, Amount, Season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083" y="3226073"/>
            <a:ext cx="2622724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1605" y="33725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Behavior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71605" y="3679106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Discount, Frequency, Reviews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610" y="385242"/>
            <a:ext cx="4963269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961281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9610" y="1165324"/>
            <a:ext cx="4815780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6" name="Text 3"/>
          <p:cNvSpPr/>
          <p:nvPr/>
        </p:nvSpPr>
        <p:spPr>
          <a:xfrm>
            <a:off x="449610" y="1258119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9610" y="1528614"/>
            <a:ext cx="481578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via pandas;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9610" y="194198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9610" y="2146027"/>
            <a:ext cx="4815780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0" name="Text 7"/>
          <p:cNvSpPr/>
          <p:nvPr/>
        </p:nvSpPr>
        <p:spPr>
          <a:xfrm>
            <a:off x="449610" y="223882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Missing Data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49610" y="250931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using median by category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9610" y="291792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9610" y="3121968"/>
            <a:ext cx="4815780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4" name="Text 11"/>
          <p:cNvSpPr/>
          <p:nvPr/>
        </p:nvSpPr>
        <p:spPr>
          <a:xfrm>
            <a:off x="449610" y="3214762"/>
            <a:ext cx="167431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9610" y="3485257"/>
            <a:ext cx="481578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&amp;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610" y="3898627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9610" y="4102671"/>
            <a:ext cx="4815780" cy="14288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8" name="Text 15"/>
          <p:cNvSpPr/>
          <p:nvPr/>
        </p:nvSpPr>
        <p:spPr>
          <a:xfrm>
            <a:off x="449610" y="4195465"/>
            <a:ext cx="165474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to PostgreSQL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9610" y="4465960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DataFrame loaded for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397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5834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Male Customers Drive 2×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shoppers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females — a key targeting insight.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6848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30612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Males: 2,652 customers · Females: 1,248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35012"/>
            <a:ext cx="5454104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93" y="990451"/>
            <a:ext cx="3997003" cy="2876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5367" y="977354"/>
            <a:ext cx="239784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73% Are Non-Subscribers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25367" y="1272332"/>
            <a:ext cx="399700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Non-subscribers generate </a:t>
            </a:r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$170K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total revenue, yet average spend is nearly identical (~$59).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26393" y="4102894"/>
            <a:ext cx="4093294" cy="706562"/>
          </a:xfrm>
          <a:prstGeom prst="roundRect">
            <a:avLst>
              <a:gd name="adj" fmla="val 7242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2496" y="423899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 Subscribers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62496" y="4492154"/>
            <a:ext cx="38210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1,053 customers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24313" y="4102894"/>
            <a:ext cx="4093294" cy="706562"/>
          </a:xfrm>
          <a:prstGeom prst="roundRect">
            <a:avLst>
              <a:gd name="adj" fmla="val 7242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60416" y="4238997"/>
            <a:ext cx="162728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73% Non-Subscribers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60416" y="4492154"/>
            <a:ext cx="38210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2,847 customers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97743"/>
            <a:ext cx="4813697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79" y="1194346"/>
            <a:ext cx="3913436" cy="28168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6947" y="1177230"/>
            <a:ext cx="29197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 Customers Dominate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6947" y="1532632"/>
            <a:ext cx="391343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80%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customers are classified as Loyal. Only 83 are New — growth opportunity.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693" y="4327066"/>
            <a:ext cx="209327" cy="2093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1859" y="4320183"/>
            <a:ext cx="35442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958 repeat buyers (5+ purchases) subscribe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0113" y="4327066"/>
            <a:ext cx="209327" cy="2093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11279" y="4320183"/>
            <a:ext cx="35443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2,518 repeat buyers do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subscribe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1068"/>
            <a:ext cx="53063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Categories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27572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2274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29260"/>
            <a:ext cx="190500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Jewelry · Sunglasses · Belt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127572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82274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Clothing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129260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 · Pants · Shirt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127572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82274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129260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 · Shoes · Sneakers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127572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82274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129260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Jacket · Coat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96119" y="351554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Highest-rated: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(3.86★). Most discounted: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(50%).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6308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9854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Young Adults Lead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Young Adults contribute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highest among all age groups. Revenue is relatively balanced across segments.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6848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30612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averages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vs. Standard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$58.46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52983"/>
            <a:ext cx="41698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08571"/>
            <a:ext cx="2290465" cy="514499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4550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 Customers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928342" y="1308571"/>
            <a:ext cx="2290539" cy="514499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74863" y="1455093"/>
            <a:ext cx="186652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 Avg. Purchase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96119" y="1964829"/>
            <a:ext cx="4722763" cy="514499"/>
          </a:xfrm>
          <a:prstGeom prst="roundRect">
            <a:avLst>
              <a:gd name="adj" fmla="val 11573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640" y="211135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 Avg. Rating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96119" y="2638797"/>
            <a:ext cx="4722763" cy="854943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927" y="27996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Filters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6927" y="3106117"/>
            <a:ext cx="4401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Subscription, Gender, Category, Shipping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635499"/>
            <a:ext cx="4722763" cy="854943"/>
          </a:xfrm>
          <a:prstGeom prst="roundRect">
            <a:avLst>
              <a:gd name="adj" fmla="val 6964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927" y="379630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Visuals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56927" y="4102819"/>
            <a:ext cx="4401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&amp; Sales by Category &amp; Age Group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04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629073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56658" y="1629073"/>
            <a:ext cx="18005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56658" y="193558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45916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56658" y="24459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56658" y="2752427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toward "Loyal" segment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262759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56658" y="3262759"/>
            <a:ext cx="21267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56658" y="356927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4079602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56658" y="4079602"/>
            <a:ext cx="17870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456658" y="438611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2026-06-04T18:02:16Z</dcterms:created>
  <dcterms:modified xsi:type="dcterms:W3CDTF">2026-06-04T18:02:16Z</dcterms:modified>
</cp:coreProperties>
</file>